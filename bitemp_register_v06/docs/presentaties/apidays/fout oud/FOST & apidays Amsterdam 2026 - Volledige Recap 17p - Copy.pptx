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Noodzaak voor een gateway/tussenlaag (KrakenD):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Ontkoppeling: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Transformeer payloads, pas rate-limiting toe en valideer autorisatie direct in de gateway-laag.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KrakenD Open Source: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krachtige engine om calls on-the-fly en direct in de gateway te manipuleren.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Multi-Backend Aggregation: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Voeg meerdere losse endpoints samen tot één beheersbaar en consistent interface.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Het Goede Initiatief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Dimitri van Hees (</a:t>
            </a:r>
            <a:r>
              <a:rPr lang="en-US" sz="12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Geonovum</a:t>
            </a:r>
            <a:r>
              <a:rPr lang="en-US" sz="12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presenteerde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register om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OpenAPI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JSON-schema's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centraal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ontsluiten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overheid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Dit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stimuleert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hergebruik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standaardisatie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dataspecificaties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over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overheidsgrenzen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0" name="Google Shape;150;p18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Kritiek: De 'Grabbelton'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572250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Het register mist op dit moment nog een goede visuele representatie. Het voelt nu als een grote vergaarbak zonder heldere context.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572250" y="2474416"/>
            <a:ext cx="4810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 </a:t>
            </a:r>
            <a:r>
              <a:rPr lang="en-US" sz="12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kans</a:t>
            </a:r>
            <a:r>
              <a:rPr lang="en-US" sz="12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Onze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UML/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objecttypen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POC in React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hier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uitstekend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bij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helpen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om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semantisch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begrip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visueel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maken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 Ik ga Dimitri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benaderen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Het Nationaal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Schema Register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API-Sturing in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Roberto Polli over de Italiaanse aanpak: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Federatieve uitdaging: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Italië heeft te maken met 20 autonome regio's en meer dan 8000 gemeenten met elk eigen regels.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38200" y="3744962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Sterk Mandaat: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Sinds 2016 heeft het Digital Transformation Team de regie strak in handen genomen vanaf de premier.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38200" y="4328666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REST-Transitie: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Volledige overstap van SOAP naar open standaarden en internetprotocollen voor interoperabiliteit.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3161258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74496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432866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Strategische successen en platforms: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Nationale registers: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Succesvolle integratie via de centrale API-catalogus (api.gov.it) en schema-register.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Mensen &amp; wetten: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Je hebt niet altijd harde wetgeving nodig... tenzij het niet anders kan. Zorg voor juridische expertise in je team.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EIF Interoperabiliteit: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Strikte naleving van de Europese interoperabiliteits-architectuur voorkomt technische omwegen.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Lessen uit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 GraphQL Ochtend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2286000" y="3759547"/>
            <a:ext cx="7620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ontmaskerd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integratie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met LLM's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AI-powered mock-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omgevingen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Jens Neuse (WunderGraph) ontmaskert dogma's:</a:t>
            </a:r>
            <a:endParaRPr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caching-mythe: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GraphQL is volwassen geworden. De bewering "GraphQL breekt caching" klopt niet meer.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Gelaagde aanpak: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Caching vereist een gecoördineerde stack (Client, CDN, Gateway en Applicatie-niveau).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Abstraction Layer: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GraphQL blinkt uit als één simplistische interface voor AI-modellen en agents, i.p.v. honderden REST-endpoints.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transitie in moderne API Governance:</a:t>
            </a:r>
            <a:endParaRPr/>
          </a:p>
        </p:txBody>
      </p:sp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838200" y="1787276"/>
            <a:ext cx="5019675" cy="56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chaos: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Traditionele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governance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probeert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complexe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interacties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tussen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/ teams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API’s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handmatig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reguleren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5" name="Google Shape;215;p23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oplossing: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Verschuif de focus naar het inrichten en beheren van platform-engines (de gateways).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Automatische controle: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Regels centraal in de 'engine' afdwingen ontlast ontwikkelaars en behoudt grip.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Mensen of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beheren?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Annotaties sturen de router aan:</a:t>
            </a:r>
            <a:endParaRPr/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@mock annotatie: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Backend-teams annoteren velden die nog niet zijn geïmplementeerd direct in het schema.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AI-</a:t>
            </a:r>
            <a:r>
              <a:rPr lang="en-US" sz="1275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gegenereerd</a:t>
            </a:r>
            <a:r>
              <a:rPr lang="en-US" sz="1275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router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interpreteert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annotatie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genereert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realistische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domein-specifieke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mockdata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1" name="Google Shape;231;p24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Voorbeeld: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`@mock(source: "llm" hint: "Amsterdam hotel")` levert direct betekenisvolle UI-vulling op.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m.b.v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28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Alice Roquette (TomTom)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Uitgebreide discussie over API-governance, gateways en complexe re-engineering binnen een platform-omgeving.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Platform engineering is de lijm tussen de technische architectuur en de uiteindelijke developer experience.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 DevOps AI Chatroom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572250" y="1895475"/>
            <a:ext cx="481012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bijzonder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initiatief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jonge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engineers: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discord-chatroom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teams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samen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AI-prompts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sturen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complete prompt-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historie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opslaan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48" name="Google Shape;248;p25"/>
          <p:cNvSpPr txBox="1"/>
          <p:nvPr/>
        </p:nvSpPr>
        <p:spPr>
          <a:xfrm>
            <a:off x="6572250" y="284017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Waarom</a:t>
            </a:r>
            <a:r>
              <a:rPr lang="en-US" sz="12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Dit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herontdekt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"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waarom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achter het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systemen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De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herontdekking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specs, maar dan </a:t>
            </a:r>
            <a:r>
              <a:rPr lang="en-US" sz="12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organisch</a:t>
            </a: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Platform Engineering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571500" y="1710779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Event-Sturing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571500" y="2548979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Lukasz Gornicki (AsyncAPI Maintainer):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838200" y="2926556"/>
            <a:ext cx="4686300" cy="70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Omhulling telt: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Lukasz benadrukte dat het payload-schema zelf secundair is; AsyncAPI definieert de interactie en kanalen (Kafka, MQTT).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838200" y="3744962"/>
            <a:ext cx="4686300" cy="70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Consistentie voor Events: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Brengt dezelfde structuur en developer experience naar event-driven systemen als OpenAPI deed voor REST.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838200" y="4563367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Tooling Ecosysteem: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Snelle groei in open-source code-generatoren en validatie-pipelines.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571500" y="292655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571500" y="374496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571500" y="4563367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Interactieve AI assistent voor AsyncAPI:</a:t>
            </a:r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Laagdrempelig: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Beantwoordt vragen over de specificatie, concepten en protocollen direct vanuit de officiële documentatie.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Echte passie: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"AsyncAPI is built by people with passion, not large corporate funding."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Follow-up:</a:t>
            </a:r>
            <a:r>
              <a:rPr lang="en-US" sz="12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Tevens kort met het GraphQL team gesproken en een vervolgafspraak ingepland om ervaringen uit te wisselen!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Interface</a:t>
            </a:r>
            <a:endParaRPr/>
          </a:p>
        </p:txBody>
      </p:sp>
      <p:sp>
        <p:nvSpPr>
          <p:cNvPr id="2" name="Tekstballon: rechthoek met afgeronde hoeken 1">
            <a:extLst>
              <a:ext uri="{FF2B5EF4-FFF2-40B4-BE49-F238E27FC236}">
                <a16:creationId xmlns:a16="http://schemas.microsoft.com/office/drawing/2014/main" id="{40D291D4-6235-35B9-7A15-3DCA740A7CDF}"/>
              </a:ext>
            </a:extLst>
          </p:cNvPr>
          <p:cNvSpPr/>
          <p:nvPr/>
        </p:nvSpPr>
        <p:spPr>
          <a:xfrm>
            <a:off x="2962656" y="5184648"/>
            <a:ext cx="3371469" cy="663794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0AF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askasyncapi.brainfart.dev</a:t>
            </a:r>
            <a:endParaRPr lang="en-N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1123950" y="5933396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— </a:t>
            </a:r>
            <a:r>
              <a:rPr lang="en-US" sz="16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Paneldiscussie</a:t>
            </a:r>
            <a:r>
              <a:rPr lang="en-US" sz="16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met </a:t>
            </a:r>
            <a:r>
              <a:rPr lang="en-US" sz="165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Mark Boyd, </a:t>
            </a:r>
            <a:r>
              <a:rPr lang="en-US" sz="16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Erik Wilde, Kristen Womack &amp; Alice Roquette</a:t>
            </a:r>
            <a:endParaRPr dirty="0"/>
          </a:p>
        </p:txBody>
      </p:sp>
      <p:sp>
        <p:nvSpPr>
          <p:cNvPr id="286" name="Google Shape;286;p28"/>
          <p:cNvSpPr txBox="1"/>
          <p:nvPr/>
        </p:nvSpPr>
        <p:spPr>
          <a:xfrm>
            <a:off x="933450" y="280064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53750" y="514320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295275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Toekomst van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Software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Vragen &amp; </a:t>
            </a: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3500" y="2930425"/>
            <a:ext cx="9525000" cy="6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Hoe vertalen we deze lessen over menselijke regie, AI-mocking en platform-governance naar onze eigen visie?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333500" y="3974306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 voor jullie aandacht en bijdrage!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