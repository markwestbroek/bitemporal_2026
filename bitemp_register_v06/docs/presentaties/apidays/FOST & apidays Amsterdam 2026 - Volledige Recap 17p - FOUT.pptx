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Noodzaak voor een gateway/tussenlaag (KrakenD):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Ontkoppeling: Transformeer payloads, pas rate-limiting toe en valideer autorisatie direct in de gateway-laag.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KrakenD Open Source: Een krachtige engine om calls on-the-fly en direct in de gateway te manipuleren.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Multi-Backend Aggregation: Voeg meerdere losse endpoints samen tot één beheersbaar en consistent interface.</a:t>
            </a: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De Transformatielaag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Het Goede Initiatief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Dimitri van Hees (Geonovum) presenteerde een register om OpenAPI- en JSON-schema's centraal te ontsluiten voor de overheid.</a:t>
            </a:r>
            <a:endParaRPr dirty="0"/>
          </a:p>
          <a:p>
            <a:pPr>
              <a:defRPr b="1"/>
            </a:pPr>
          </a:p>
          <a:p>
            <a:pPr>
              <a:defRPr sz="1200" b="1"/>
            </a:pPr>
            <a:r>
              <a:t>→ Dit stimuleert hergebruik en standaardisatie van dataspecificaties over overheidsgrenzen heen.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Kritiek: De 'Grabbelton'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Het register mist op dit moment nog een goede visuele representatie. Het voelt nu als een grote vergaarbak zonder heldere context.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Een kans: Onze UML/objecttypen POC in React kan hier uitstekend bij helpen om semantisch begrip visueel te maken! Ik ga Dimitri benaderen.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Het Nationaal Schema Register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API-Sturing in Italië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Roberto Polli over de Italiaanse aanpak: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Federatieve uitdaging: Italië heeft te maken met 20 autonome regio's en meer dan 8000 gemeenten met elk eigen regels.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Sterk Mandaat: Sinds 2016 heeft het Digital Transformation Team de regie strak in handen genomen vanaf de premier.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REST-Transitie: Volledige overstap van SOAP naar open standaarden en internetprotocollen voor interoperabiliteit.</a:t>
            </a: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Strategische successen en platforms: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Nationale registers: Succesvolle integratie via de centrale API-catalogus (api.gov.it) en schema-register.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Mensen &amp; wetten: Je hebt niet altijd harde wetgeving nodig... tenzij het niet anders kan. Zorg voor juridische expertise in je team.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EIF Interoperabiliteit: Strikte naleving van de Europese interoperabiliteits-architectuur voorkomt technische omwegen.</a:t>
            </a: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Lessen uit Italië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2505551" y="3121372"/>
            <a:ext cx="71808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Dag 2: De GraphQL Ochtend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2286000" y="3759547"/>
            <a:ext cx="76200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Mythes ontmaskerd, integratie met LLM's en AI-powered mock-omgevingen.</a:t>
            </a:r>
            <a:endParaRPr dirty="0"/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Jens Neuse (WunderGraph) ontmaskert dogma's: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De caching-mythe: GraphQL is volwassen geworden. De bewering "GraphQL breekt caching" klopt niet meer.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Gelaagde aanpak: Caching vereist een gecoördineerde stack (Client, CDN, Gateway en Applicatie-niveau).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Abstraction Layer: GraphQL blinkt uit als één simplistische interface voor AI-modellen en agents, i.p.v. honderden REST-endpoints.</a:t>
            </a:r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GraphQL vs REST Mythes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De transitie in moderne API Governance: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De chaos: Traditionele governance probeert complexe interacties tussen mensen / teams en API’s handmatig te reguleren.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De oplossing: Verschuif de focus naar het inrichten en beheren van platform-engines (de gateways).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Automatische controle: Regels centraal in de 'engine' afdwingen ontlast ontwikkelaars en behoudt grip.</a:t>
            </a:r>
          </a:p>
        </p:txBody>
      </p:sp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Mensen of Engines beheren?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Annotaties sturen de router aan: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De @mock annotatie: Backend-teams annoteren velden die nog niet zijn geïmplementeerd direct in het schema.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AI-gegenereerd: De router interpreteert de annotatie en genereert realistische, domein-specifieke mockdata.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Voorbeeld: `@mock(source: "llm" hint: "Amsterdam hotel")` levert direct betekenisvolle UI-vulling op.</a:t>
            </a: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Mocking m.b.v. AI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Alice Roquette (TomTom)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Uitgebreide discussie over API-governance, gateways en complexe re-engineering binnen een platform-omgeving.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Platform engineering is de lijm tussen de technische architectuur en de uiteindelijke developer experience.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De DevOps AI Chatroom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Een bijzonder initiatief van jonge engineers: een discord-chatroom waar teams samen AI-prompts sturen en de complete prompt-historie opslaan.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Waarom: Dit herontdekt de "waarom" achter het ontwerp van systemen. De herontdekking van specs, maar dan organisch.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Platform Engineering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571500" y="1710779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AsyncAPI Event-Sturing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571500" y="2548979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Lukasz Gornicki (AsyncAPI Maintainer):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De Omhulling telt: Lukasz benadrukte dat het payload-schema zelf secundair is; AsyncAPI definieert de interactie en kanalen (Kafka, MQTT).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Consistentie voor Events: Brengt dezelfde structuur en developer experience naar event-driven systemen als OpenAPI deed voor REST.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Tooling Ecosysteem: Snelle groei in open-source code-generatoren en validatie-pipelines.</a:t>
            </a:r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Interactieve AI assistent voor AsyncAPI: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Laagdrempelig: Beantwoordt vragen over de specificatie, concepten en protocollen direct vanuit de officiële documentatie.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Echte passie: "AsyncAPI is built by people with passion, not large corporate funding."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Follow-up: Tevens kort met het GraphQL team gesproken en een vervolgafspraak ingepland om ervaringen uit te wisselen!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askasyncapi.brainfart.dev</a:t>
            </a:r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Ask AsyncAPI AI Interface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504950" y="2419647"/>
            <a:ext cx="9182100" cy="25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1123950" y="5933396"/>
            <a:ext cx="9944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— Paneldiscussie met Mark Boyd, Erik Wilde, Kristen Womack &amp; Alice Roquette</a:t>
            </a:r>
            <a:endParaRPr dirty="0"/>
          </a:p>
          <a:p>
            <a:pPr>
              <a:defRPr b="1"/>
            </a:pPr>
          </a:p>
          <a:p>
            <a:pPr>
              <a:defRPr sz="1200" b="1"/>
            </a:pPr>
            <a:r>
              <a:t>→ "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"</a:t>
            </a:r>
          </a:p>
          <a:p>
            <a:pPr>
              <a:defRPr b="1"/>
            </a:pPr>
          </a:p>
          <a:p>
            <a:pPr>
              <a:defRPr sz="1200" b="1"/>
            </a:pPr>
            <a:r>
              <a:t>→ De Toekomst van 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400" b="1"/>
              <a:t>Vragen &amp; Discussie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333500" y="2930425"/>
            <a:ext cx="9525000" cy="6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2400" b="1"/>
            </a:pPr>
            <a:r>
              <a:t>Hoe vertalen we deze lessen over menselijke regie, AI-mocking en platform-governance naar onze eigen visie?</a:t>
            </a:r>
            <a:endParaRPr/>
          </a:p>
          <a:p>
            <a:pPr>
              <a:defRPr b="1"/>
            </a:pPr>
          </a:p>
          <a:p>
            <a:pPr>
              <a:defRPr sz="1200" b="1"/>
            </a:pPr>
            <a:r>
              <a:t>→ Dank voor jullie aandacht en bijdrage!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