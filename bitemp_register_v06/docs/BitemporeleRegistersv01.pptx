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2" r:id="rId5"/>
    <p:sldId id="257" r:id="rId6"/>
    <p:sldId id="264" r:id="rId7"/>
    <p:sldId id="259" r:id="rId8"/>
    <p:sldId id="260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5CE78B-0D7E-45D4-9E00-DBC6BE159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BD8B718-19DB-839B-2304-9582FE4E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77EC31-B398-89A0-2E00-6CF8DC23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56DEAD0-C621-866C-B26C-D7474DC6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821471-7F59-4D8A-599E-5EE3704F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848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C68D9-21AB-E6A4-11E2-1ED9022A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720463-4B4C-CB3E-332D-123DCB896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AA1BA6-56D7-4C8B-C289-2ACED37E2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07EE3-52FA-05C8-324B-11772562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2EA4663-A28F-3143-DDFA-B50232DD8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141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9CBD05-50E4-BC8C-5F65-BB48BB7E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A19AB96-52D8-68D5-E24E-517F25FED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0A155DA-5373-9C69-3B63-14689C84C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AC96E5-5187-3379-C1CF-08177081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E2668C-2B85-5696-4582-5B66AC00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437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67B1B-FFFD-23B0-7BD0-ED3E4E59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CFBF4B-8DA5-FF7D-9399-EDCE463C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7D3A6CC-B207-4E90-DAD3-777482BE5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20A6011-666D-256D-063F-73B44DCED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5C5AF27-9630-0390-FA7E-C3AA67EA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F97A182-C823-8FAD-4A3C-2326C133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54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7E55E1-BECC-59E3-E5C0-27F31A34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E88C226-4815-F935-F38B-A1E328E83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2776A5B-E4DA-D340-4B4E-04BDD22DC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D468E7F-C163-68A6-D221-7D549C05F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1363875-E4BC-2260-2E4C-4D805125B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1F59BE0-18F5-DD86-A0E6-E6CCA210C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F985C51-6F68-576A-FFF2-50F8926A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B0ACE6D-289A-1DAF-F1A2-E2FE94174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735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FD5AB7-E283-596D-36A2-25ADD31EE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8307800-9D1F-9D1F-A09E-63977693A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EAFE1B2-CB17-EA3F-212E-4847BE15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1ABFD66-52E2-6F01-3356-F8DCC4C0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731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D86DCE1-1BEC-D229-8C76-C739F694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627DA71-40EC-730B-2B7D-20CE1119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BF19EFD-5691-CE82-0F10-6A0EB931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79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71EAF1-3404-C236-A0D2-DF7AFDAC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0A4F18-8504-A367-AB15-6C46387FB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CC475DA-D63B-7571-9AC3-BDBF394C8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400F3D1-512E-E203-DBD1-34BFD0C2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BCB3EFF-E230-C55D-C09D-3771B092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6117477-0391-6196-737D-7637F111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0574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C2AB8A-389A-AE90-3F2B-86BDF608F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0E441E5-E2AD-2DA4-3E40-13A81EECC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D5FA73B-63DF-AEA8-A6B0-491C36E37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00B10C-9ABE-D981-B12F-C1F3FE215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6846A86-303C-7660-D351-120AEA804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24013CE-8FB4-8554-0523-34EDF3C5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021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3CE22-6770-6F63-76EF-3DF8DC192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8C80D5-D05E-C82E-8B1A-A73338F0B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C215BCF-ED62-F643-14AF-D58A2920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A4E7DA-5739-1A86-DE10-686ECA99F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A6ACD7E-CA13-72FD-9734-24A728B97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083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C65F5D5-4EB9-9B1C-7871-0C6113B8C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C747210-3403-880B-76D0-10960A2E6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09A19BD-AC87-C253-2509-13C6876C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73BDDCB-0E59-7243-B518-AE92A8703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4852E5E-AFE4-6DE7-4B59-78DD8598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839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24BAE8D-476B-B84A-7B75-3BAB01B5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6A5AA67-1F60-ACBD-187A-03D558B8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1CF04D-BEAB-9798-D4E4-BBFCC454A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76756C-9280-C241-9032-F9A45BC179C4}" type="datetimeFigureOut">
              <a:rPr lang="nl-NL" smtClean="0"/>
              <a:t>01-04-2026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AD3CE7-6E6B-6B17-CE66-280621F2C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CBE4403-5513-F301-E055-1A3CD78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A8B03-8F3A-DC44-A6F5-933B4F42A3B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9056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9A1714-548E-0562-6471-3A5BD4332F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Bitemporele</a:t>
            </a:r>
            <a:r>
              <a:rPr lang="nl-NL" dirty="0"/>
              <a:t> Registratie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94868C1-1C0D-966A-3B74-8CD72FCBA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477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AB6888-2F00-F111-9891-824E523D9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43AEC86-40A3-565B-59C6-A84E0DC06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1"/>
            <a:ext cx="10515600" cy="5007382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676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11C7-8BFC-E231-B9E7-CC490F1C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A8B396-FC90-9B6F-E90E-81F8E67D9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nl-NL" dirty="0"/>
              <a:t>Metamodel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9B14619-08CD-3994-A461-C95821627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8" y="1275686"/>
            <a:ext cx="11924464" cy="530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6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80F6FC-51E6-FE1F-27B3-1A6AF1B5F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D2D5DC-12FC-A9F4-ADF8-4E02B548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D34ADD3-FC1E-465C-2BBB-6E2315F3F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67" y="1275686"/>
            <a:ext cx="11126685" cy="530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6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B24FA-3AEB-F2ED-9E72-CFAC5B249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2949"/>
          </a:xfrm>
        </p:spPr>
        <p:txBody>
          <a:bodyPr>
            <a:normAutofit fontScale="90000"/>
          </a:bodyPr>
          <a:lstStyle/>
          <a:p>
            <a:r>
              <a:rPr lang="nl-NL" dirty="0"/>
              <a:t>Verband Entiteit, Gegevenselement en tijdslijnen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7FF9E5D-B42C-5DCB-D2A8-5166020C0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574" y="912966"/>
            <a:ext cx="10920645" cy="578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01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931C-EBB9-ECB4-76BC-88A0A20C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D8ADEB-85FC-CD56-D371-2A76B7461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203710" y="2687267"/>
            <a:ext cx="6091368" cy="995455"/>
          </a:xfrm>
        </p:spPr>
        <p:txBody>
          <a:bodyPr>
            <a:normAutofit fontScale="90000"/>
          </a:bodyPr>
          <a:lstStyle/>
          <a:p>
            <a:r>
              <a:rPr lang="nl-NL" dirty="0" err="1"/>
              <a:t>Archimate</a:t>
            </a:r>
            <a:r>
              <a:rPr lang="nl-NL" dirty="0"/>
              <a:t> view registreren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2E1A4E2-C8AC-AEAA-154D-0BEA66F3E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17" y="0"/>
            <a:ext cx="9804990" cy="67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3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89CC-8AA1-BBEA-1619-9FD6A2A8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2E7E5-AD38-A1F7-A4EF-2F15399E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nl-NL" dirty="0"/>
              <a:t>Logische registratie (componenten view)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F13A150-A405-48C6-5CC8-430932EAB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81" y="1116420"/>
            <a:ext cx="10300200" cy="581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4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98CD0-32DB-ACB6-57C8-56550B0C4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3E81A-3994-9CED-5FB8-FFF52A80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nl-NL" dirty="0"/>
              <a:t>Logische opvraag (componenten view)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A0A6F29-9F50-9E8B-CAC2-6A5DA78B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20" y="1041992"/>
            <a:ext cx="11752559" cy="498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0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1FC50-544B-BDE1-9486-D62639CE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BF91C3-6D70-41D0-4BEB-49BA47DE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r>
              <a:rPr lang="nl-NL" dirty="0"/>
              <a:t>Voorbeeld ongedaan maken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8E92E6D-AB37-3612-705D-D156834D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1992"/>
            <a:ext cx="17519898" cy="62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44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C7C8-AB21-888A-3664-FB8C2EFA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0C76CB-1605-60C6-8021-F39F2ABE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FE2A8D-5171-C9A9-B882-E35E4103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1"/>
            <a:ext cx="10515600" cy="5007382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156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3FB79-89C8-27CA-89B5-A583A648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26259-8B56-FD61-2641-9860C7B0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DE589E-3A1A-6837-4912-D1D00403C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1"/>
            <a:ext cx="10515600" cy="5007382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0277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CE71-9CA4-2BC7-60BB-3F6C2927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29CEB-E82C-F8B7-7957-F6ACE01A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4EE03EF-8997-0681-8FB2-7EE16A55C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1"/>
            <a:ext cx="10515600" cy="5007382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2563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573E-33F5-F545-00E3-CDE5905D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71F6F-E964-A6D0-5AF2-77C8FABF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ABCBB3-6EBA-8174-3146-3FFA10F0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1"/>
            <a:ext cx="10515600" cy="5007382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921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31E5-55F3-E8B0-0D17-CB5B8D4A9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9C5F66-15AC-66BC-B475-524F68CD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866"/>
          </a:xfrm>
        </p:spPr>
        <p:txBody>
          <a:bodyPr>
            <a:normAutofit fontScale="90000"/>
          </a:bodyPr>
          <a:lstStyle/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41D8FF-E437-3FE3-7FAA-7C9712D3E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581"/>
            <a:ext cx="10515600" cy="5007382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32388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27</Words>
  <Application>Microsoft Macintosh PowerPoint</Application>
  <PresentationFormat>Breedbeeld</PresentationFormat>
  <Paragraphs>7</Paragraphs>
  <Slides>14</Slides>
  <Notes>0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Kantoorthema</vt:lpstr>
      <vt:lpstr>Bitemporele Registratie</vt:lpstr>
      <vt:lpstr>PowerPoint-presentatie</vt:lpstr>
      <vt:lpstr>Metamodel</vt:lpstr>
      <vt:lpstr>PowerPoint-presentatie</vt:lpstr>
      <vt:lpstr>Verband Entiteit, Gegevenselement en tijdslijnen</vt:lpstr>
      <vt:lpstr>Archimate view registreren</vt:lpstr>
      <vt:lpstr>Logische registratie (componenten view)</vt:lpstr>
      <vt:lpstr>Logische opvraag (componenten view)</vt:lpstr>
      <vt:lpstr>Voorbeeld ongedaan maken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Westbroek</dc:creator>
  <cp:lastModifiedBy>Mark Westbroek</cp:lastModifiedBy>
  <cp:revision>8</cp:revision>
  <dcterms:created xsi:type="dcterms:W3CDTF">2026-04-01T09:47:04Z</dcterms:created>
  <dcterms:modified xsi:type="dcterms:W3CDTF">2026-04-01T10:19:42Z</dcterms:modified>
</cp:coreProperties>
</file>