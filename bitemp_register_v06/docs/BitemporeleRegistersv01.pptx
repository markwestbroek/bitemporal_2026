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61" r:id="rId4"/>
    <p:sldId id="262" r:id="rId5"/>
    <p:sldId id="257" r:id="rId6"/>
    <p:sldId id="264" r:id="rId7"/>
    <p:sldId id="259" r:id="rId8"/>
    <p:sldId id="260" r:id="rId9"/>
    <p:sldId id="265" r:id="rId10"/>
    <p:sldId id="270" r:id="rId11"/>
    <p:sldId id="271" r:id="rId12"/>
    <p:sldId id="263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64"/>
    <p:restoredTop sz="94658"/>
  </p:normalViewPr>
  <p:slideViewPr>
    <p:cSldViewPr snapToGrid="0">
      <p:cViewPr varScale="1">
        <p:scale>
          <a:sx n="120" d="100"/>
          <a:sy n="120" d="100"/>
        </p:scale>
        <p:origin x="5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5CE78B-0D7E-45D4-9E00-DBC6BE1597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BD8B718-19DB-839B-2304-9582FE4EB3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677EC31-B398-89A0-2E00-6CF8DC234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6756C-9280-C241-9032-F9A45BC179C4}" type="datetimeFigureOut">
              <a:rPr lang="nl-NL" smtClean="0"/>
              <a:t>01-04-2026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56DEAD0-C621-866C-B26C-D7474DC69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E821471-7F59-4D8A-599E-5EE3704F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8B03-8F3A-DC44-A6F5-933B4F42A3B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78488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CC68D9-21AB-E6A4-11E2-1ED9022AF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9720463-4B4C-CB3E-332D-123DCB896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3AA1BA6-56D7-4C8B-C289-2ACED37E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6756C-9280-C241-9032-F9A45BC179C4}" type="datetimeFigureOut">
              <a:rPr lang="nl-NL" smtClean="0"/>
              <a:t>01-04-2026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DF07EE3-52FA-05C8-324B-117725623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2EA4663-A28F-3143-DDFA-B50232DD8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8B03-8F3A-DC44-A6F5-933B4F42A3B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21414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9CBD05-50E4-BC8C-5F65-BB48BB7E3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A19AB96-52D8-68D5-E24E-517F25FED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0A155DA-5373-9C69-3B63-14689C84C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6756C-9280-C241-9032-F9A45BC179C4}" type="datetimeFigureOut">
              <a:rPr lang="nl-NL" smtClean="0"/>
              <a:t>01-04-2026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0AC96E5-5187-3379-C1CF-08177081C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BE2668C-2B85-5696-4582-5B66AC004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8B03-8F3A-DC44-A6F5-933B4F42A3B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64379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A67B1B-FFFD-23B0-7BD0-ED3E4E59D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1CFBF4B-8DA5-FF7D-9399-EDCE463C0E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C7D3A6CC-B207-4E90-DAD3-777482BE5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20A6011-666D-256D-063F-73B44DCED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6756C-9280-C241-9032-F9A45BC179C4}" type="datetimeFigureOut">
              <a:rPr lang="nl-NL" smtClean="0"/>
              <a:t>01-04-2026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5C5AF27-9630-0390-FA7E-C3AA67EAC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F97A182-C823-8FAD-4A3C-2326C133C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8B03-8F3A-DC44-A6F5-933B4F42A3B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55445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7E55E1-BECC-59E3-E5C0-27F31A34F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E88C226-4815-F935-F38B-A1E328E83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2776A5B-E4DA-D340-4B4E-04BDD22DCE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D468E7F-C163-68A6-D221-7D549C05F7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1363875-E4BC-2260-2E4C-4D805125B6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21F59BE0-18F5-DD86-A0E6-E6CCA210C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6756C-9280-C241-9032-F9A45BC179C4}" type="datetimeFigureOut">
              <a:rPr lang="nl-NL" smtClean="0"/>
              <a:t>01-04-2026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F985C51-6F68-576A-FFF2-50F8926AF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4B0ACE6D-289A-1DAF-F1A2-E2FE94174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8B03-8F3A-DC44-A6F5-933B4F42A3B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073528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FD5AB7-E283-596D-36A2-25ADD31EE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8307800-9D1F-9D1F-A09E-63977693A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6756C-9280-C241-9032-F9A45BC179C4}" type="datetimeFigureOut">
              <a:rPr lang="nl-NL" smtClean="0"/>
              <a:t>01-04-2026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EAFE1B2-CB17-EA3F-212E-4847BE150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1ABFD66-52E2-6F01-3356-F8DCC4C05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8B03-8F3A-DC44-A6F5-933B4F42A3B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67313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AD86DCE1-1BEC-D229-8C76-C739F694C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6756C-9280-C241-9032-F9A45BC179C4}" type="datetimeFigureOut">
              <a:rPr lang="nl-NL" smtClean="0"/>
              <a:t>01-04-2026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E627DA71-40EC-730B-2B7D-20CE11198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BF19EFD-5691-CE82-0F10-6A0EB9311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8B03-8F3A-DC44-A6F5-933B4F42A3B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798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71EAF1-3404-C236-A0D2-DF7AFDACF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C0A4F18-8504-A367-AB15-6C46387FB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CC475DA-D63B-7571-9AC3-BDBF394C8E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400F3D1-512E-E203-DBD1-34BFD0C26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6756C-9280-C241-9032-F9A45BC179C4}" type="datetimeFigureOut">
              <a:rPr lang="nl-NL" smtClean="0"/>
              <a:t>01-04-2026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8BCB3EFF-E230-C55D-C09D-3771B092C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6117477-0391-6196-737D-7637F1113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8B03-8F3A-DC44-A6F5-933B4F42A3B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30574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C2AB8A-389A-AE90-3F2B-86BDF608F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0E441E5-E2AD-2DA4-3E40-13A81EECC0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D5FA73B-63DF-AEA8-A6B0-491C36E370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800B10C-9ABE-D981-B12F-C1F3FE215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6756C-9280-C241-9032-F9A45BC179C4}" type="datetimeFigureOut">
              <a:rPr lang="nl-NL" smtClean="0"/>
              <a:t>01-04-2026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6846A86-303C-7660-D351-120AEA804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B24013CE-8FB4-8554-0523-34EDF3C5B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8B03-8F3A-DC44-A6F5-933B4F42A3B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10212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23CE22-6770-6F63-76EF-3DF8DC192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B8C80D5-D05E-C82E-8B1A-A73338F0B7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C215BCF-ED62-F643-14AF-D58A2920D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6756C-9280-C241-9032-F9A45BC179C4}" type="datetimeFigureOut">
              <a:rPr lang="nl-NL" smtClean="0"/>
              <a:t>01-04-2026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0A4E7DA-5739-1A86-DE10-686ECA99F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A6ACD7E-CA13-72FD-9734-24A728B97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8B03-8F3A-DC44-A6F5-933B4F42A3B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60831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9C65F5D5-4EB9-9B1C-7871-0C6113B8CE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0C747210-3403-880B-76D0-10960A2E67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09A19BD-AC87-C253-2509-13C6876CC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6756C-9280-C241-9032-F9A45BC179C4}" type="datetimeFigureOut">
              <a:rPr lang="nl-NL" smtClean="0"/>
              <a:t>01-04-2026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73BDDCB-0E59-7243-B518-AE92A8703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4852E5E-AFE4-6DE7-4B59-78DD85984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8B03-8F3A-DC44-A6F5-933B4F42A3B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98392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E24BAE8D-476B-B84A-7B75-3BAB01B5E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6A5AA67-1F60-ACBD-187A-03D558B88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B1CF04D-BEAB-9798-D4E4-BBFCC454AC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76756C-9280-C241-9032-F9A45BC179C4}" type="datetimeFigureOut">
              <a:rPr lang="nl-NL" smtClean="0"/>
              <a:t>01-04-2026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8AD3CE7-6E6B-6B17-CE66-280621F2C8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CBE4403-5513-F301-E055-1A3CD787B1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5A8B03-8F3A-DC44-A6F5-933B4F42A3B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99056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9A1714-548E-0562-6471-3A5BD4332F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 err="1"/>
              <a:t>Bitemporele</a:t>
            </a:r>
            <a:r>
              <a:rPr lang="nl-NL" dirty="0"/>
              <a:t> Registratie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94868C1-1C0D-966A-3B74-8CD72FCBA8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4779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AB6888-2F00-F111-9891-824E523D9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6866"/>
          </a:xfrm>
        </p:spPr>
        <p:txBody>
          <a:bodyPr>
            <a:normAutofit fontScale="90000"/>
          </a:bodyPr>
          <a:lstStyle/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43AEC86-40A3-565B-59C6-A84E0DC06B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9581"/>
            <a:ext cx="10515600" cy="5007382"/>
          </a:xfr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346768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311C7-8BFC-E231-B9E7-CC490F1C8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A8B396-FC90-9B6F-E90E-81F8E67D9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6866"/>
          </a:xfrm>
        </p:spPr>
        <p:txBody>
          <a:bodyPr>
            <a:normAutofit fontScale="90000"/>
          </a:bodyPr>
          <a:lstStyle/>
          <a:p>
            <a:r>
              <a:rPr lang="nl-NL" dirty="0"/>
              <a:t>Metamodel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09B14619-08CD-3994-A461-C95821627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68" y="1275686"/>
            <a:ext cx="11924464" cy="5302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265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80F6FC-51E6-FE1F-27B3-1A6AF1B5F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D2D5DC-12FC-A9F4-ADF8-4E02B5486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6866"/>
          </a:xfrm>
        </p:spPr>
        <p:txBody>
          <a:bodyPr>
            <a:normAutofit fontScale="90000"/>
          </a:bodyPr>
          <a:lstStyle/>
          <a:p>
            <a:endParaRPr lang="nl-NL" dirty="0"/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D34ADD3-FC1E-465C-2BBB-6E2315F3F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67" y="1275686"/>
            <a:ext cx="11126685" cy="5302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7665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FB24FA-3AEB-F2ED-9E72-CFAC5B249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42949"/>
          </a:xfrm>
        </p:spPr>
        <p:txBody>
          <a:bodyPr>
            <a:normAutofit fontScale="90000"/>
          </a:bodyPr>
          <a:lstStyle/>
          <a:p>
            <a:r>
              <a:rPr lang="nl-NL" dirty="0"/>
              <a:t>Verband Entiteit, Gegevenselement en tijdslijnen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B7FF9E5D-B42C-5DCB-D2A8-5166020C0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574" y="912966"/>
            <a:ext cx="10920645" cy="5785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901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E931C-EBB9-ECB4-76BC-88A0A20C0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D8ADEB-85FC-CD56-D371-2A76B7461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2203710" y="2687267"/>
            <a:ext cx="6091368" cy="995455"/>
          </a:xfrm>
        </p:spPr>
        <p:txBody>
          <a:bodyPr>
            <a:normAutofit fontScale="90000"/>
          </a:bodyPr>
          <a:lstStyle/>
          <a:p>
            <a:r>
              <a:rPr lang="nl-NL" dirty="0" err="1"/>
              <a:t>Archimate</a:t>
            </a:r>
            <a:r>
              <a:rPr lang="nl-NL" dirty="0"/>
              <a:t> view registreren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82E1A4E2-C8AC-AEAA-154D-0BEA66F3EA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9317" y="0"/>
            <a:ext cx="9804990" cy="6782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035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989CC-8AA1-BBEA-1619-9FD6A2A8F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52E7E5-AD38-A1F7-A4EF-2F15399E2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6866"/>
          </a:xfrm>
        </p:spPr>
        <p:txBody>
          <a:bodyPr>
            <a:normAutofit fontScale="90000"/>
          </a:bodyPr>
          <a:lstStyle/>
          <a:p>
            <a:r>
              <a:rPr lang="nl-NL" dirty="0"/>
              <a:t>Logische registratie (componenten view)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BF13A150-A405-48C6-5CC8-430932EAB0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181" y="1116420"/>
            <a:ext cx="10300200" cy="5816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842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98CD0-32DB-ACB6-57C8-56550B0C4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03E81A-3994-9CED-5FB8-FFF52A80C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6866"/>
          </a:xfrm>
        </p:spPr>
        <p:txBody>
          <a:bodyPr>
            <a:normAutofit fontScale="90000"/>
          </a:bodyPr>
          <a:lstStyle/>
          <a:p>
            <a:r>
              <a:rPr lang="nl-NL" dirty="0"/>
              <a:t>Logische opvraag (componenten view)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2A0A6F29-9F50-9E8B-CAC2-6A5DA78B5C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20" y="1041992"/>
            <a:ext cx="11752559" cy="4986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705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7C7C8-AB21-888A-3664-FB8C2EFA9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0C76CB-1605-60C6-8021-F39F2ABE9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6866"/>
          </a:xfrm>
        </p:spPr>
        <p:txBody>
          <a:bodyPr>
            <a:normAutofit fontScale="90000"/>
          </a:bodyPr>
          <a:lstStyle/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2FE2A8D-5171-C9A9-B882-E35E4103D3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9581"/>
            <a:ext cx="10515600" cy="5007382"/>
          </a:xfr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9915614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FB99-B86B-5E2D-D3AF-FF4810C11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FB44F7-9EFE-95E9-60C4-F1F622DF1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6866"/>
          </a:xfrm>
        </p:spPr>
        <p:txBody>
          <a:bodyPr>
            <a:normAutofit fontScale="90000"/>
          </a:bodyPr>
          <a:lstStyle/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0F9F801-3DBB-A865-6184-A5D5C5CE5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9581"/>
            <a:ext cx="10515600" cy="5007382"/>
          </a:xfr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943080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369BF-AAD0-131C-557C-8B5E11443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142D88-DDD6-FD10-609B-4D3F6EC6F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6866"/>
          </a:xfrm>
        </p:spPr>
        <p:txBody>
          <a:bodyPr>
            <a:normAutofit fontScale="90000"/>
          </a:bodyPr>
          <a:lstStyle/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2D4CB9A-A81E-59E9-5293-D8B4040481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9581"/>
            <a:ext cx="10515600" cy="5007382"/>
          </a:xfr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80534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1FC50-544B-BDE1-9486-D62639CE5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BF91C3-6D70-41D0-4BEB-49BA47DE5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6866"/>
          </a:xfrm>
        </p:spPr>
        <p:txBody>
          <a:bodyPr>
            <a:normAutofit fontScale="90000"/>
          </a:bodyPr>
          <a:lstStyle/>
          <a:p>
            <a:r>
              <a:rPr lang="nl-NL" dirty="0"/>
              <a:t>Voorbeeld ongedaan maken</a:t>
            </a:r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F8E92E6D-AB37-3612-705D-D156834D8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1992"/>
            <a:ext cx="17519898" cy="6286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1447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3FB79-89C8-27CA-89B5-A583A648D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B26259-8B56-FD61-2641-9860C7B0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6866"/>
          </a:xfrm>
        </p:spPr>
        <p:txBody>
          <a:bodyPr>
            <a:normAutofit fontScale="90000"/>
          </a:bodyPr>
          <a:lstStyle/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CDE589E-3A1A-6837-4912-D1D00403C4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9581"/>
            <a:ext cx="10515600" cy="5007382"/>
          </a:xfr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02776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CE71-9CA4-2BC7-60BB-3F6C29276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A29CEB-E82C-F8B7-7957-F6ACE01A8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6866"/>
          </a:xfrm>
        </p:spPr>
        <p:txBody>
          <a:bodyPr>
            <a:normAutofit fontScale="90000"/>
          </a:bodyPr>
          <a:lstStyle/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4EE03EF-8997-0681-8FB2-7EE16A55C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9581"/>
            <a:ext cx="10515600" cy="5007382"/>
          </a:xfr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72563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E573E-33F5-F545-00E3-CDE5905D9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471F6F-E964-A6D0-5AF2-77C8FABFD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6866"/>
          </a:xfrm>
        </p:spPr>
        <p:txBody>
          <a:bodyPr>
            <a:normAutofit fontScale="90000"/>
          </a:bodyPr>
          <a:lstStyle/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9ABCBB3-6EBA-8174-3146-3FFA10F06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9581"/>
            <a:ext cx="10515600" cy="5007382"/>
          </a:xfr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392169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731E5-55F3-E8B0-0D17-CB5B8D4A9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9C5F66-15AC-66BC-B475-524F68CD3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6866"/>
          </a:xfrm>
        </p:spPr>
        <p:txBody>
          <a:bodyPr>
            <a:normAutofit fontScale="90000"/>
          </a:bodyPr>
          <a:lstStyle/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041D8FF-E437-3FE3-7FAA-7C9712D3E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9581"/>
            <a:ext cx="10515600" cy="5007382"/>
          </a:xfr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23238870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11591</TotalTime>
  <Words>27</Words>
  <Application>Microsoft Macintosh PowerPoint</Application>
  <PresentationFormat>Breedbeeld</PresentationFormat>
  <Paragraphs>7</Paragraphs>
  <Slides>16</Slides>
  <Notes>0</Notes>
  <HiddenSlides>1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Kantoorthema</vt:lpstr>
      <vt:lpstr>Bitemporele Registratie</vt:lpstr>
      <vt:lpstr>PowerPoint-presentatie</vt:lpstr>
      <vt:lpstr>Metamodel</vt:lpstr>
      <vt:lpstr>PowerPoint-presentatie</vt:lpstr>
      <vt:lpstr>Verband Entiteit, Gegevenselement en tijdslijnen</vt:lpstr>
      <vt:lpstr>Archimate view registreren</vt:lpstr>
      <vt:lpstr>Logische registratie (componenten view)</vt:lpstr>
      <vt:lpstr>Logische opvraag (componenten view)</vt:lpstr>
      <vt:lpstr>PowerPoint-presentatie</vt:lpstr>
      <vt:lpstr>PowerPoint-presentatie</vt:lpstr>
      <vt:lpstr>PowerPoint-presentatie</vt:lpstr>
      <vt:lpstr>Voorbeeld ongedaan maken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Westbroek</dc:creator>
  <cp:lastModifiedBy>Mark Westbroek</cp:lastModifiedBy>
  <cp:revision>9</cp:revision>
  <dcterms:created xsi:type="dcterms:W3CDTF">2026-04-01T09:47:04Z</dcterms:created>
  <dcterms:modified xsi:type="dcterms:W3CDTF">2026-04-09T10:58:57Z</dcterms:modified>
</cp:coreProperties>
</file>